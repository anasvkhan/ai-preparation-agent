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smart attendance system clearly to the examiner.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problem statement clearly to the examiner.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proposed solution clearly to the examiner.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architecture clearly to the examiner.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security and privacy clearly to the examiner.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results clearly to the examiner.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future work clearly to the examiner.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400"/>
              <a:t>Smart Attendance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/>
              <a:t>Final Year Project</a:t>
            </a:r>
          </a:p>
          <a:p>
            <a:r>
              <a:rPr sz="2400"/>
              <a:t>Face recognition based classroom attendance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Manual roll call wastes ~10 minutes per lecture</a:t>
            </a:r>
          </a:p>
          <a:p>
            <a:r>
              <a:rPr sz="2400"/>
              <a:t>Proxy attendance is common</a:t>
            </a:r>
          </a:p>
          <a:p>
            <a:r>
              <a:rPr sz="2400"/>
              <a:t>No real-time reports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Classroom camera + face recognition API</a:t>
            </a:r>
          </a:p>
          <a:p>
            <a:r>
              <a:rPr sz="2400"/>
              <a:t>Automatic attendance after 3 recognised frames</a:t>
            </a:r>
          </a:p>
          <a:p>
            <a:r>
              <a:rPr sz="2400"/>
              <a:t>Teacher web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Capture client -&gt; Flask REST API -&gt; MySQL</a:t>
            </a:r>
          </a:p>
          <a:p>
            <a:r>
              <a:rPr sz="2400"/>
              <a:t>MTCNN detection, FaceNet embeddings</a:t>
            </a:r>
          </a:p>
          <a:p>
            <a:r>
              <a:rPr sz="2400"/>
              <a:t>Cosine similarity threshold 0.75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Security and Privacy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Embeddings encrypted with AES-256</a:t>
            </a:r>
          </a:p>
          <a:p>
            <a:r>
              <a:rPr sz="2400"/>
              <a:t>Raw images deleted after enrollment</a:t>
            </a:r>
          </a:p>
          <a:p>
            <a:r>
              <a:rPr sz="2400"/>
              <a:t>Liveness detection with blink check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Pilot: 3 classes, 45 students, 2 weeks</a:t>
            </a:r>
          </a:p>
          <a:p>
            <a:r>
              <a:rPr sz="2400"/>
              <a:t>Accuracy 96.8%</a:t>
            </a:r>
          </a:p>
          <a:p>
            <a:r>
              <a:rPr sz="2400"/>
              <a:t>Average 40 seconds per lecture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Masked face recognition</a:t>
            </a:r>
          </a:p>
          <a:p>
            <a:r>
              <a:rPr sz="2400"/>
              <a:t>Teacher mobile app</a:t>
            </a:r>
          </a:p>
          <a:p>
            <a:r>
              <a:rPr sz="2400"/>
              <a:t>LMS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